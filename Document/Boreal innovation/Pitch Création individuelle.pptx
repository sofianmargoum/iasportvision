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1" r:id="rId7"/>
    <p:sldId id="259" r:id="rId8"/>
    <p:sldId id="26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3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A18C0-5F09-C139-9E33-D53EEEF489B7}" v="30" dt="2025-11-18T11:07:02.482"/>
    <p1510:client id="{49934169-1562-7101-714E-4B5BB93F5625}" v="26" dt="2025-11-18T13:02:59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3"/>
    <p:restoredTop sz="94658"/>
  </p:normalViewPr>
  <p:slideViewPr>
    <p:cSldViewPr snapToGrid="0">
      <p:cViewPr varScale="1">
        <p:scale>
          <a:sx n="91" d="100"/>
          <a:sy n="91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im NEMOUCHI" userId="S::rahim.nemouchi@boreal-innovation.com::5f0e221a-c26e-4309-ba6d-072f64b708fb" providerId="AD" clId="Web-{49934169-1562-7101-714E-4B5BB93F5625}"/>
    <pc:docChg chg="modSld">
      <pc:chgData name="Rahim NEMOUCHI" userId="S::rahim.nemouchi@boreal-innovation.com::5f0e221a-c26e-4309-ba6d-072f64b708fb" providerId="AD" clId="Web-{49934169-1562-7101-714E-4B5BB93F5625}" dt="2025-11-18T13:02:59.046" v="12"/>
      <pc:docMkLst>
        <pc:docMk/>
      </pc:docMkLst>
      <pc:sldChg chg="addSp delSp modSp">
        <pc:chgData name="Rahim NEMOUCHI" userId="S::rahim.nemouchi@boreal-innovation.com::5f0e221a-c26e-4309-ba6d-072f64b708fb" providerId="AD" clId="Web-{49934169-1562-7101-714E-4B5BB93F5625}" dt="2025-11-18T13:02:55.108" v="11"/>
        <pc:sldMkLst>
          <pc:docMk/>
          <pc:sldMk cId="3508339673" sldId="257"/>
        </pc:sldMkLst>
        <pc:spChg chg="add del mod">
          <ac:chgData name="Rahim NEMOUCHI" userId="S::rahim.nemouchi@boreal-innovation.com::5f0e221a-c26e-4309-ba6d-072f64b708fb" providerId="AD" clId="Web-{49934169-1562-7101-714E-4B5BB93F5625}" dt="2025-11-18T13:02:49.373" v="10"/>
          <ac:spMkLst>
            <pc:docMk/>
            <pc:sldMk cId="3508339673" sldId="257"/>
            <ac:spMk id="2" creationId="{42134438-4B99-AF13-29F0-6C29BAD2FF54}"/>
          </ac:spMkLst>
        </pc:spChg>
        <pc:spChg chg="add del">
          <ac:chgData name="Rahim NEMOUCHI" userId="S::rahim.nemouchi@boreal-innovation.com::5f0e221a-c26e-4309-ba6d-072f64b708fb" providerId="AD" clId="Web-{49934169-1562-7101-714E-4B5BB93F5625}" dt="2025-11-18T13:02:55.108" v="11"/>
          <ac:spMkLst>
            <pc:docMk/>
            <pc:sldMk cId="3508339673" sldId="257"/>
            <ac:spMk id="3" creationId="{3A4BDC77-211B-53E7-DFC3-55C3B05246AD}"/>
          </ac:spMkLst>
        </pc:spChg>
        <pc:spChg chg="add del">
          <ac:chgData name="Rahim NEMOUCHI" userId="S::rahim.nemouchi@boreal-innovation.com::5f0e221a-c26e-4309-ba6d-072f64b708fb" providerId="AD" clId="Web-{49934169-1562-7101-714E-4B5BB93F5625}" dt="2025-11-18T13:02:43.420" v="4"/>
          <ac:spMkLst>
            <pc:docMk/>
            <pc:sldMk cId="3508339673" sldId="257"/>
            <ac:spMk id="4" creationId="{6BA8717C-90C0-1B4C-694A-8E2CADBB0CB8}"/>
          </ac:spMkLst>
        </pc:spChg>
        <pc:spChg chg="add del">
          <ac:chgData name="Rahim NEMOUCHI" userId="S::rahim.nemouchi@boreal-innovation.com::5f0e221a-c26e-4309-ba6d-072f64b708fb" providerId="AD" clId="Web-{49934169-1562-7101-714E-4B5BB93F5625}" dt="2025-11-18T13:02:43.420" v="5"/>
          <ac:spMkLst>
            <pc:docMk/>
            <pc:sldMk cId="3508339673" sldId="257"/>
            <ac:spMk id="12" creationId="{4DF6CFDB-D150-D87B-7D8F-2A569EF998D8}"/>
          </ac:spMkLst>
        </pc:spChg>
      </pc:sldChg>
      <pc:sldChg chg="delSp">
        <pc:chgData name="Rahim NEMOUCHI" userId="S::rahim.nemouchi@boreal-innovation.com::5f0e221a-c26e-4309-ba6d-072f64b708fb" providerId="AD" clId="Web-{49934169-1562-7101-714E-4B5BB93F5625}" dt="2025-11-18T13:02:59.046" v="12"/>
        <pc:sldMkLst>
          <pc:docMk/>
          <pc:sldMk cId="1044419266" sldId="261"/>
        </pc:sldMkLst>
        <pc:spChg chg="del">
          <ac:chgData name="Rahim NEMOUCHI" userId="S::rahim.nemouchi@boreal-innovation.com::5f0e221a-c26e-4309-ba6d-072f64b708fb" providerId="AD" clId="Web-{49934169-1562-7101-714E-4B5BB93F5625}" dt="2025-11-18T13:02:59.046" v="12"/>
          <ac:spMkLst>
            <pc:docMk/>
            <pc:sldMk cId="1044419266" sldId="261"/>
            <ac:spMk id="9" creationId="{2C355A75-EFF5-25A3-581A-4FCB8FB4125F}"/>
          </ac:spMkLst>
        </pc:spChg>
      </pc:sldChg>
    </pc:docChg>
  </pc:docChgLst>
  <pc:docChgLst>
    <pc:chgData name="Rahim NEMOUCHI" userId="S::rahim.nemouchi@boreal-innovation.com::5f0e221a-c26e-4309-ba6d-072f64b708fb" providerId="AD" clId="Web-{1F2A18C0-5F09-C139-9E33-D53EEEF489B7}"/>
    <pc:docChg chg="modSld">
      <pc:chgData name="Rahim NEMOUCHI" userId="S::rahim.nemouchi@boreal-innovation.com::5f0e221a-c26e-4309-ba6d-072f64b708fb" providerId="AD" clId="Web-{1F2A18C0-5F09-C139-9E33-D53EEEF489B7}" dt="2025-11-18T11:07:02.482" v="29" actId="1076"/>
      <pc:docMkLst>
        <pc:docMk/>
      </pc:docMkLst>
      <pc:sldChg chg="addSp modSp">
        <pc:chgData name="Rahim NEMOUCHI" userId="S::rahim.nemouchi@boreal-innovation.com::5f0e221a-c26e-4309-ba6d-072f64b708fb" providerId="AD" clId="Web-{1F2A18C0-5F09-C139-9E33-D53EEEF489B7}" dt="2025-11-18T11:05:51.528" v="13" actId="1076"/>
        <pc:sldMkLst>
          <pc:docMk/>
          <pc:sldMk cId="3508339673" sldId="257"/>
        </pc:sldMkLst>
        <pc:spChg chg="add mod">
          <ac:chgData name="Rahim NEMOUCHI" userId="S::rahim.nemouchi@boreal-innovation.com::5f0e221a-c26e-4309-ba6d-072f64b708fb" providerId="AD" clId="Web-{1F2A18C0-5F09-C139-9E33-D53EEEF489B7}" dt="2025-11-18T11:05:28.340" v="10" actId="1076"/>
          <ac:spMkLst>
            <pc:docMk/>
            <pc:sldMk cId="3508339673" sldId="257"/>
            <ac:spMk id="2" creationId="{42134438-4B99-AF13-29F0-6C29BAD2FF54}"/>
          </ac:spMkLst>
        </pc:spChg>
        <pc:spChg chg="add mod">
          <ac:chgData name="Rahim NEMOUCHI" userId="S::rahim.nemouchi@boreal-innovation.com::5f0e221a-c26e-4309-ba6d-072f64b708fb" providerId="AD" clId="Web-{1F2A18C0-5F09-C139-9E33-D53EEEF489B7}" dt="2025-11-18T11:05:51.528" v="13" actId="1076"/>
          <ac:spMkLst>
            <pc:docMk/>
            <pc:sldMk cId="3508339673" sldId="257"/>
            <ac:spMk id="3" creationId="{3A4BDC77-211B-53E7-DFC3-55C3B05246AD}"/>
          </ac:spMkLst>
        </pc:spChg>
        <pc:picChg chg="mod">
          <ac:chgData name="Rahim NEMOUCHI" userId="S::rahim.nemouchi@boreal-innovation.com::5f0e221a-c26e-4309-ba6d-072f64b708fb" providerId="AD" clId="Web-{1F2A18C0-5F09-C139-9E33-D53EEEF489B7}" dt="2025-11-18T11:05:20.512" v="8" actId="14100"/>
          <ac:picMkLst>
            <pc:docMk/>
            <pc:sldMk cId="3508339673" sldId="257"/>
            <ac:picMk id="6" creationId="{3C14EFDA-0D1F-D228-40B4-142F2E5D1BEB}"/>
          </ac:picMkLst>
        </pc:picChg>
        <pc:picChg chg="mod">
          <ac:chgData name="Rahim NEMOUCHI" userId="S::rahim.nemouchi@boreal-innovation.com::5f0e221a-c26e-4309-ba6d-072f64b708fb" providerId="AD" clId="Web-{1F2A18C0-5F09-C139-9E33-D53EEEF489B7}" dt="2025-11-18T11:05:24.668" v="9" actId="14100"/>
          <ac:picMkLst>
            <pc:docMk/>
            <pc:sldMk cId="3508339673" sldId="257"/>
            <ac:picMk id="8" creationId="{A9EEF99C-0E67-462B-FFEE-F5A7BC59E6C4}"/>
          </ac:picMkLst>
        </pc:picChg>
      </pc:sldChg>
      <pc:sldChg chg="addSp delSp modSp">
        <pc:chgData name="Rahim NEMOUCHI" userId="S::rahim.nemouchi@boreal-innovation.com::5f0e221a-c26e-4309-ba6d-072f64b708fb" providerId="AD" clId="Web-{1F2A18C0-5F09-C139-9E33-D53EEEF489B7}" dt="2025-11-18T11:07:02.482" v="29" actId="1076"/>
        <pc:sldMkLst>
          <pc:docMk/>
          <pc:sldMk cId="1044419266" sldId="261"/>
        </pc:sldMkLst>
        <pc:spChg chg="add del mod">
          <ac:chgData name="Rahim NEMOUCHI" userId="S::rahim.nemouchi@boreal-innovation.com::5f0e221a-c26e-4309-ba6d-072f64b708fb" providerId="AD" clId="Web-{1F2A18C0-5F09-C139-9E33-D53EEEF489B7}" dt="2025-11-18T11:06:18.185" v="17"/>
          <ac:spMkLst>
            <pc:docMk/>
            <pc:sldMk cId="1044419266" sldId="261"/>
            <ac:spMk id="5" creationId="{7CA18E8A-8BDB-75A2-0D53-BC4B7364A853}"/>
          </ac:spMkLst>
        </pc:spChg>
        <pc:spChg chg="add mod">
          <ac:chgData name="Rahim NEMOUCHI" userId="S::rahim.nemouchi@boreal-innovation.com::5f0e221a-c26e-4309-ba6d-072f64b708fb" providerId="AD" clId="Web-{1F2A18C0-5F09-C139-9E33-D53EEEF489B7}" dt="2025-11-18T11:07:02.482" v="29" actId="1076"/>
          <ac:spMkLst>
            <pc:docMk/>
            <pc:sldMk cId="1044419266" sldId="261"/>
            <ac:spMk id="9" creationId="{2C355A75-EFF5-25A3-581A-4FCB8FB4125F}"/>
          </ac:spMkLst>
        </pc:spChg>
        <pc:picChg chg="add del mod">
          <ac:chgData name="Rahim NEMOUCHI" userId="S::rahim.nemouchi@boreal-innovation.com::5f0e221a-c26e-4309-ba6d-072f64b708fb" providerId="AD" clId="Web-{1F2A18C0-5F09-C139-9E33-D53EEEF489B7}" dt="2025-11-18T11:06:18.185" v="18"/>
          <ac:picMkLst>
            <pc:docMk/>
            <pc:sldMk cId="1044419266" sldId="261"/>
            <ac:picMk id="3" creationId="{7C55A922-A474-92E4-019D-4275B8CBD8BA}"/>
          </ac:picMkLst>
        </pc:picChg>
        <pc:picChg chg="mod">
          <ac:chgData name="Rahim NEMOUCHI" userId="S::rahim.nemouchi@boreal-innovation.com::5f0e221a-c26e-4309-ba6d-072f64b708fb" providerId="AD" clId="Web-{1F2A18C0-5F09-C139-9E33-D53EEEF489B7}" dt="2025-11-18T11:06:59.560" v="28" actId="14100"/>
          <ac:picMkLst>
            <pc:docMk/>
            <pc:sldMk cId="1044419266" sldId="261"/>
            <ac:picMk id="6" creationId="{180F0CEC-CAF9-7029-7D6C-E828BBB674B4}"/>
          </ac:picMkLst>
        </pc:picChg>
        <pc:picChg chg="add del mod">
          <ac:chgData name="Rahim NEMOUCHI" userId="S::rahim.nemouchi@boreal-innovation.com::5f0e221a-c26e-4309-ba6d-072f64b708fb" providerId="AD" clId="Web-{1F2A18C0-5F09-C139-9E33-D53EEEF489B7}" dt="2025-11-18T11:06:28.622" v="22"/>
          <ac:picMkLst>
            <pc:docMk/>
            <pc:sldMk cId="1044419266" sldId="261"/>
            <ac:picMk id="7" creationId="{4FEB83F6-4AC5-9CCF-3FA7-D5272F50C7A5}"/>
          </ac:picMkLst>
        </pc:picChg>
        <pc:picChg chg="mod">
          <ac:chgData name="Rahim NEMOUCHI" userId="S::rahim.nemouchi@boreal-innovation.com::5f0e221a-c26e-4309-ba6d-072f64b708fb" providerId="AD" clId="Web-{1F2A18C0-5F09-C139-9E33-D53EEEF489B7}" dt="2025-11-18T11:06:47.576" v="26" actId="14100"/>
          <ac:picMkLst>
            <pc:docMk/>
            <pc:sldMk cId="1044419266" sldId="261"/>
            <ac:picMk id="8" creationId="{7289926F-0821-F1F3-2406-F3F1E29D22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3D3FE-0051-135D-8675-83415BCDE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C56EF3-F162-741E-38C8-573A355AC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C48B8A-347E-293D-9149-43020FB8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8EE18F-800A-44E1-F756-FCC02F03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BCEC3E-6BCF-B947-1151-A8BE1CF5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71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5B4D2-89A5-1C00-D007-DBE2878F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396CFA-F45B-B013-0AA5-CEE44BB70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68BCBB-3055-67AB-A6E3-DCB089E2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B846A0-41D1-CD0F-FC2A-449BFEBE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0E3C9F-2D4A-54F2-BD33-E59C0AE9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52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9D16A6-E3CE-6C79-62C4-CDFBEE35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4A989C-74F1-AA51-8A49-FC868AE5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099F7D-E29B-3567-B280-DBCB3ACE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0F0A8-5898-1B2C-416C-A396A38C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4C91A6-794F-DDE4-59E5-3AE22368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80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D784C-E60D-2DD4-E5ED-5F2202CB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2B795F-7EF0-4764-6DF5-F7F10DBAF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3D2DC7-44E2-940C-CB78-0A9D8B0D3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8D9F6E-5542-B23C-6FAB-350638BB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F4EBFB-0DB8-A270-B2E4-40705B7B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937528-744B-D0E2-C7AC-3A1F6811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42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936C1-4504-962C-6661-BFAB218C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4B5AA5-6F17-8349-A323-5D18E545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E7EEC3-8440-6823-5B20-8EBEDC520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B041C6B-CE60-8C1B-DE10-7268444B9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B0961ED-A56F-74BE-6C70-29539DB86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4D175D-002C-C542-C74B-FADC538E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765183-359E-EFA4-44CE-2C643EAE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E82AB4-3112-68A7-2978-FCF4C55C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01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2CF91-3931-E173-47E8-B67A512A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68EC8E-CE67-E552-0F73-9AB11429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1B062F-E75C-72DC-C66E-826FE382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7DC8DE-DD58-9047-306E-DE9AA64B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91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5C3B3B-46DB-E6F2-CF71-A3755A87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FA034C-922B-D1DC-1B3E-474FCA02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64C784-596C-0038-AC42-2D171AE2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23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323D8A-EA35-3AEC-8006-CAFA4F2C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FD9E76-7D68-76FF-D0CC-C3835280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72D429-6D19-3B78-655C-C47B93F83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9DF7AD-64BC-CC7A-1C8B-C5335B62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7D8F75-5792-B11A-14D6-C1FD474B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53D3F6-3459-494B-5B4D-09FC0DB4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08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D22CD4-C46A-E5B5-FF4D-A7858EF1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9520DC-B1A4-DA7F-C7F5-2A4707EA6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BD826A6-9F83-AB4E-0EF7-AB208017D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949ACC-B38C-8E46-2E13-166012BF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993A7C-91BC-1266-48C2-74FC0BDD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1C207F-B33F-9293-B7C8-7190E3C7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65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EAAA77-D403-B119-5778-3D5A78B5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BC7007-8621-73BB-2392-F5A62F296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627201-FDDF-D691-CE67-4ECB0E4F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88E8BE-68D4-4B89-F91D-923D9B30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16354E-185D-F9CB-8CF0-3979B7C0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60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4931B8C-8AAF-C368-181E-39EC2DC43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71D2287-29A8-5A30-A7BB-7369743D6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8B7635-4C7D-47F8-FD26-1E88799F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311AC9-F8F1-DA8D-E18F-915F5664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13BA8-79F7-81A9-37F9-901F25DF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87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7B23C79-DA01-B5E5-C0F6-D745E413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6D2248-B829-1C16-C8EA-9C5BBB7B2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1E92D3-2BB1-1A05-3739-01A97DA41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4706F-42B4-DE4C-BB62-61ABE45954D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FE05F4-20F1-22B8-9D9A-3DBBA084B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3BCD82-BA3A-881B-E276-A283ABA89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B1B1F-708F-8446-8F0B-227745C31C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29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291CF-5431-0464-D7E0-80519CA2F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43851"/>
            <a:ext cx="9144000" cy="1547685"/>
          </a:xfrm>
        </p:spPr>
        <p:txBody>
          <a:bodyPr anchor="ctr"/>
          <a:lstStyle/>
          <a:p>
            <a:r>
              <a:rPr lang="fr-FR" b="1" dirty="0">
                <a:solidFill>
                  <a:srgbClr val="001E43"/>
                </a:solidFill>
              </a:rPr>
              <a:t>PITCH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68AB01-9981-761F-31B2-A1B554997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761"/>
            <a:ext cx="9144000" cy="534862"/>
          </a:xfrm>
        </p:spPr>
        <p:txBody>
          <a:bodyPr anchor="ctr"/>
          <a:lstStyle/>
          <a:p>
            <a:r>
              <a:rPr lang="fr-FR" b="1" dirty="0"/>
              <a:t>Jury d’entrée dans l’accélérateur Création individuelle</a:t>
            </a:r>
          </a:p>
        </p:txBody>
      </p:sp>
      <p:sp>
        <p:nvSpPr>
          <p:cNvPr id="4" name="Cadre 3">
            <a:extLst>
              <a:ext uri="{FF2B5EF4-FFF2-40B4-BE49-F238E27FC236}">
                <a16:creationId xmlns:a16="http://schemas.microsoft.com/office/drawing/2014/main" id="{E559167A-A6AA-47B5-6D77-10CFFA29F2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05"/>
            </a:avLst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C49177D-525B-9DCD-99CA-DBC275F0D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950" y="3415222"/>
            <a:ext cx="3055260" cy="2640348"/>
          </a:xfrm>
          <a:prstGeom prst="rect">
            <a:avLst/>
          </a:prstGeom>
        </p:spPr>
      </p:pic>
      <p:pic>
        <p:nvPicPr>
          <p:cNvPr id="8" name="Image 7" descr="Une image contenant capture d’écran, ligne, obscurité, Caractère coloré&#10;&#10;Description générée automatiquement">
            <a:extLst>
              <a:ext uri="{FF2B5EF4-FFF2-40B4-BE49-F238E27FC236}">
                <a16:creationId xmlns:a16="http://schemas.microsoft.com/office/drawing/2014/main" id="{08A4A3B8-9497-FE58-E45B-7E80EB09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862" y="1136653"/>
            <a:ext cx="2413068" cy="2278569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2DF29AB8-FD33-EA46-04A7-61EE9A3DF4B3}"/>
              </a:ext>
            </a:extLst>
          </p:cNvPr>
          <p:cNvSpPr txBox="1">
            <a:spLocks/>
          </p:cNvSpPr>
          <p:nvPr/>
        </p:nvSpPr>
        <p:spPr>
          <a:xfrm>
            <a:off x="4163187" y="3529585"/>
            <a:ext cx="3865625" cy="119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i="1" dirty="0"/>
              <a:t>Date 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i="1" dirty="0"/>
              <a:t>Nom :                     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fr-FR" i="1" dirty="0"/>
              <a:t>Prénom :                 </a:t>
            </a:r>
          </a:p>
        </p:txBody>
      </p:sp>
      <p:pic>
        <p:nvPicPr>
          <p:cNvPr id="18" name="Image 17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B78A6049-867E-78C5-0E2A-A3EE02BAC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454" y="5530706"/>
            <a:ext cx="2369693" cy="527401"/>
          </a:xfrm>
          <a:prstGeom prst="rect">
            <a:avLst/>
          </a:prstGeom>
        </p:spPr>
      </p:pic>
      <p:pic>
        <p:nvPicPr>
          <p:cNvPr id="20" name="Image 19" descr="Une image contenant Police, Graphique, logo, capture d’écran&#10;&#10;Description générée automatiquement">
            <a:extLst>
              <a:ext uri="{FF2B5EF4-FFF2-40B4-BE49-F238E27FC236}">
                <a16:creationId xmlns:a16="http://schemas.microsoft.com/office/drawing/2014/main" id="{BA5E7DD0-F881-6959-2506-769BB116F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291" y="5199006"/>
            <a:ext cx="2543524" cy="1190801"/>
          </a:xfrm>
          <a:prstGeom prst="rect">
            <a:avLst/>
          </a:prstGeom>
        </p:spPr>
      </p:pic>
      <p:pic>
        <p:nvPicPr>
          <p:cNvPr id="22" name="Image 21" descr="Une image contenant texte, Police, horloge, logo&#10;&#10;Description générée automatiquement">
            <a:extLst>
              <a:ext uri="{FF2B5EF4-FFF2-40B4-BE49-F238E27FC236}">
                <a16:creationId xmlns:a16="http://schemas.microsoft.com/office/drawing/2014/main" id="{5D35DE03-0BA2-29D2-1B09-BAC511D93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60" y="5373885"/>
            <a:ext cx="2858056" cy="841042"/>
          </a:xfrm>
          <a:prstGeom prst="rect">
            <a:avLst/>
          </a:prstGeom>
        </p:spPr>
      </p:pic>
      <p:pic>
        <p:nvPicPr>
          <p:cNvPr id="26" name="Image 25" descr="Une image contenant texte, Graphique, logo, Police&#10;&#10;Description générée automatiquement">
            <a:extLst>
              <a:ext uri="{FF2B5EF4-FFF2-40B4-BE49-F238E27FC236}">
                <a16:creationId xmlns:a16="http://schemas.microsoft.com/office/drawing/2014/main" id="{C7D1A5DD-AFFC-D84B-594F-9B7D019E5A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796" b="32458"/>
          <a:stretch/>
        </p:blipFill>
        <p:spPr>
          <a:xfrm>
            <a:off x="8237633" y="323070"/>
            <a:ext cx="2465832" cy="881422"/>
          </a:xfrm>
          <a:prstGeom prst="rect">
            <a:avLst/>
          </a:prstGeom>
        </p:spPr>
      </p:pic>
      <p:pic>
        <p:nvPicPr>
          <p:cNvPr id="7" name="Image 6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D730FDBD-7B94-ACE0-45BC-F4B9CD8D7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930" y="80319"/>
            <a:ext cx="2785670" cy="1509051"/>
          </a:xfrm>
          <a:prstGeom prst="rect">
            <a:avLst/>
          </a:prstGeom>
        </p:spPr>
      </p:pic>
      <p:pic>
        <p:nvPicPr>
          <p:cNvPr id="11" name="Image 10" descr="Une image contenant capture d’écran, Graphique, graphisme, symbole&#10;&#10;Description générée automatiquement">
            <a:extLst>
              <a:ext uri="{FF2B5EF4-FFF2-40B4-BE49-F238E27FC236}">
                <a16:creationId xmlns:a16="http://schemas.microsoft.com/office/drawing/2014/main" id="{28B88820-FD29-31EB-57C8-F788D2E994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1605" y="5234074"/>
            <a:ext cx="1567705" cy="112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22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9B02-A76B-7596-5A5E-78B0890B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dre 3">
            <a:extLst>
              <a:ext uri="{FF2B5EF4-FFF2-40B4-BE49-F238E27FC236}">
                <a16:creationId xmlns:a16="http://schemas.microsoft.com/office/drawing/2014/main" id="{6BA8717C-90C0-1B4C-694A-8E2CADBB0C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05"/>
            </a:avLst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C14EFDA-0D1F-D228-40B4-142F2E5D1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502" y="5259126"/>
            <a:ext cx="2061347" cy="1778957"/>
          </a:xfrm>
          <a:prstGeom prst="rect">
            <a:avLst/>
          </a:prstGeom>
        </p:spPr>
      </p:pic>
      <p:pic>
        <p:nvPicPr>
          <p:cNvPr id="8" name="Image 7" descr="Une image contenant capture d’écran, ligne, obscurité, Caractère coloré&#10;&#10;Description générée automatiquement">
            <a:extLst>
              <a:ext uri="{FF2B5EF4-FFF2-40B4-BE49-F238E27FC236}">
                <a16:creationId xmlns:a16="http://schemas.microsoft.com/office/drawing/2014/main" id="{A9EEF99C-0E67-462B-FFEE-F5A7BC59E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6012" y="-180083"/>
            <a:ext cx="1871938" cy="1770570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4DF6CFDB-D150-D87B-7D8F-2A569EF998D8}"/>
              </a:ext>
            </a:extLst>
          </p:cNvPr>
          <p:cNvSpPr txBox="1">
            <a:spLocks/>
          </p:cNvSpPr>
          <p:nvPr/>
        </p:nvSpPr>
        <p:spPr>
          <a:xfrm>
            <a:off x="838200" y="419989"/>
            <a:ext cx="10515600" cy="677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/>
              <a:t>Présentation et expérience du (de la) chef(</a:t>
            </a:r>
            <a:r>
              <a:rPr lang="fr-FR" sz="4800" dirty="0" err="1"/>
              <a:t>fe</a:t>
            </a:r>
            <a:r>
              <a:rPr lang="fr-FR" sz="4800" dirty="0"/>
              <a:t>) d’entreprise</a:t>
            </a:r>
          </a:p>
        </p:txBody>
      </p:sp>
    </p:spTree>
    <p:extLst>
      <p:ext uri="{BB962C8B-B14F-4D97-AF65-F5344CB8AC3E}">
        <p14:creationId xmlns:p14="http://schemas.microsoft.com/office/powerpoint/2010/main" val="350833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9432-F5FF-1E2A-50D7-0C7820D5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dre 3">
            <a:extLst>
              <a:ext uri="{FF2B5EF4-FFF2-40B4-BE49-F238E27FC236}">
                <a16:creationId xmlns:a16="http://schemas.microsoft.com/office/drawing/2014/main" id="{B571169F-D384-8FFD-FF33-F8FCF99B8F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05"/>
            </a:avLst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0F0CEC-CAF9-7029-7D6C-E828BBB6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502" y="5424778"/>
            <a:ext cx="1873609" cy="1613305"/>
          </a:xfrm>
          <a:prstGeom prst="rect">
            <a:avLst/>
          </a:prstGeom>
        </p:spPr>
      </p:pic>
      <p:pic>
        <p:nvPicPr>
          <p:cNvPr id="8" name="Image 7" descr="Une image contenant capture d’écran, ligne, obscurité, Caractère coloré&#10;&#10;Description générée automatiquement">
            <a:extLst>
              <a:ext uri="{FF2B5EF4-FFF2-40B4-BE49-F238E27FC236}">
                <a16:creationId xmlns:a16="http://schemas.microsoft.com/office/drawing/2014/main" id="{7289926F-0821-F1F3-2406-F3F1E29D2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273" y="-180083"/>
            <a:ext cx="1805677" cy="1682222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5D0CD24D-18FB-0C47-1B29-7E333E803341}"/>
              </a:ext>
            </a:extLst>
          </p:cNvPr>
          <p:cNvSpPr txBox="1">
            <a:spLocks/>
          </p:cNvSpPr>
          <p:nvPr/>
        </p:nvSpPr>
        <p:spPr>
          <a:xfrm>
            <a:off x="838200" y="419989"/>
            <a:ext cx="10515600" cy="677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/>
              <a:t>Présentation de l’entreprise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6D2BBFD-3416-F113-A3AF-37E9816CBC5F}"/>
              </a:ext>
            </a:extLst>
          </p:cNvPr>
          <p:cNvSpPr txBox="1">
            <a:spLocks/>
          </p:cNvSpPr>
          <p:nvPr/>
        </p:nvSpPr>
        <p:spPr>
          <a:xfrm>
            <a:off x="838200" y="1066591"/>
            <a:ext cx="10515600" cy="42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i="1" dirty="0">
                <a:solidFill>
                  <a:schemeClr val="bg1">
                    <a:lumMod val="50000"/>
                  </a:schemeClr>
                </a:solidFill>
              </a:rPr>
              <a:t>(offre, marché, plus-value)</a:t>
            </a:r>
          </a:p>
        </p:txBody>
      </p:sp>
    </p:spTree>
    <p:extLst>
      <p:ext uri="{BB962C8B-B14F-4D97-AF65-F5344CB8AC3E}">
        <p14:creationId xmlns:p14="http://schemas.microsoft.com/office/powerpoint/2010/main" val="104441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BB7E-C7B2-6B09-FA4F-B08E7BB7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dre 3">
            <a:extLst>
              <a:ext uri="{FF2B5EF4-FFF2-40B4-BE49-F238E27FC236}">
                <a16:creationId xmlns:a16="http://schemas.microsoft.com/office/drawing/2014/main" id="{15033FFA-4D7B-81C1-3B66-4A081C0E01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05"/>
            </a:avLst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2B390D-D538-ABC8-7D47-26ECBCA3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502" y="4397735"/>
            <a:ext cx="3055260" cy="2640348"/>
          </a:xfrm>
          <a:prstGeom prst="rect">
            <a:avLst/>
          </a:prstGeom>
        </p:spPr>
      </p:pic>
      <p:pic>
        <p:nvPicPr>
          <p:cNvPr id="8" name="Image 7" descr="Une image contenant capture d’écran, ligne, obscurité, Caractère coloré&#10;&#10;Description générée automatiquement">
            <a:extLst>
              <a:ext uri="{FF2B5EF4-FFF2-40B4-BE49-F238E27FC236}">
                <a16:creationId xmlns:a16="http://schemas.microsoft.com/office/drawing/2014/main" id="{8671E5C3-E13F-9743-676C-AFB3CD1E2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882" y="-180083"/>
            <a:ext cx="2413068" cy="2278569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9FAA4C9B-B3B5-15B8-3B6B-579BE2F89D2B}"/>
              </a:ext>
            </a:extLst>
          </p:cNvPr>
          <p:cNvSpPr txBox="1">
            <a:spLocks/>
          </p:cNvSpPr>
          <p:nvPr/>
        </p:nvSpPr>
        <p:spPr>
          <a:xfrm>
            <a:off x="838200" y="419989"/>
            <a:ext cx="10515600" cy="677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/>
              <a:t>Présentation de l’entreprise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DE5799B-2E0A-8A76-D8A8-1EB9F180344F}"/>
              </a:ext>
            </a:extLst>
          </p:cNvPr>
          <p:cNvSpPr txBox="1">
            <a:spLocks/>
          </p:cNvSpPr>
          <p:nvPr/>
        </p:nvSpPr>
        <p:spPr>
          <a:xfrm>
            <a:off x="838200" y="1066591"/>
            <a:ext cx="10515600" cy="421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i="1" dirty="0">
                <a:solidFill>
                  <a:schemeClr val="bg1">
                    <a:lumMod val="50000"/>
                  </a:schemeClr>
                </a:solidFill>
              </a:rPr>
              <a:t>(chiffre d’affaires et plan de développement sur 3 ans)</a:t>
            </a:r>
          </a:p>
        </p:txBody>
      </p:sp>
    </p:spTree>
    <p:extLst>
      <p:ext uri="{BB962C8B-B14F-4D97-AF65-F5344CB8AC3E}">
        <p14:creationId xmlns:p14="http://schemas.microsoft.com/office/powerpoint/2010/main" val="182973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5608-F16A-68E3-B7C4-6F52A8BF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dre 3">
            <a:extLst>
              <a:ext uri="{FF2B5EF4-FFF2-40B4-BE49-F238E27FC236}">
                <a16:creationId xmlns:a16="http://schemas.microsoft.com/office/drawing/2014/main" id="{7B7EE326-D5BC-24E3-5050-FD865E7845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4105"/>
            </a:avLst>
          </a:prstGeom>
          <a:solidFill>
            <a:srgbClr val="FFC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AF51CD0-4058-7898-E895-BFF85B026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502" y="4397735"/>
            <a:ext cx="3055260" cy="2640348"/>
          </a:xfrm>
          <a:prstGeom prst="rect">
            <a:avLst/>
          </a:prstGeom>
        </p:spPr>
      </p:pic>
      <p:pic>
        <p:nvPicPr>
          <p:cNvPr id="8" name="Image 7" descr="Une image contenant capture d’écran, ligne, obscurité, Caractère coloré&#10;&#10;Description générée automatiquement">
            <a:extLst>
              <a:ext uri="{FF2B5EF4-FFF2-40B4-BE49-F238E27FC236}">
                <a16:creationId xmlns:a16="http://schemas.microsoft.com/office/drawing/2014/main" id="{D16E187B-423C-044E-DEFE-6B9B416EF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882" y="-180083"/>
            <a:ext cx="2413068" cy="2278569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6D66FF05-DF95-46BB-FA2F-AFF2DF5C1CF9}"/>
              </a:ext>
            </a:extLst>
          </p:cNvPr>
          <p:cNvSpPr txBox="1">
            <a:spLocks/>
          </p:cNvSpPr>
          <p:nvPr/>
        </p:nvSpPr>
        <p:spPr>
          <a:xfrm>
            <a:off x="838200" y="419989"/>
            <a:ext cx="10515600" cy="677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dirty="0"/>
              <a:t>Motivations pour l’entrée dans l’accélérateur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155EFCB-D8F7-DDAA-6162-1B0C091A7DD0}"/>
              </a:ext>
            </a:extLst>
          </p:cNvPr>
          <p:cNvSpPr txBox="1"/>
          <p:nvPr/>
        </p:nvSpPr>
        <p:spPr>
          <a:xfrm>
            <a:off x="3060006" y="1097280"/>
            <a:ext cx="60719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bg1">
                    <a:lumMod val="50000"/>
                  </a:schemeClr>
                </a:solidFill>
              </a:rPr>
              <a:t>Objectifs de l’accélérateur Création individuelle : </a:t>
            </a:r>
          </a:p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- Croissance du chiffre d’affaires</a:t>
            </a:r>
          </a:p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- Rémunération suffisante en fin de parcours</a:t>
            </a:r>
          </a:p>
          <a:p>
            <a:pPr algn="ctr"/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- Passage du statut de micro-entrepreneurs au statut d’entreprise (SAS,EURL etc.)</a:t>
            </a:r>
          </a:p>
        </p:txBody>
      </p:sp>
    </p:spTree>
    <p:extLst>
      <p:ext uri="{BB962C8B-B14F-4D97-AF65-F5344CB8AC3E}">
        <p14:creationId xmlns:p14="http://schemas.microsoft.com/office/powerpoint/2010/main" val="30257760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1fbc00-6ed0-4c61-8db1-39470182fbce" xsi:nil="true"/>
    <lcf76f155ced4ddcb4097134ff3c332f xmlns="b47db8d0-8c02-43f6-85ac-dc0960ce104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4BC058B43D843B7E04B01FA5F6BB8" ma:contentTypeVersion="18" ma:contentTypeDescription="Crée un document." ma:contentTypeScope="" ma:versionID="b333495d0b33d6187179de913ec6a424">
  <xsd:schema xmlns:xsd="http://www.w3.org/2001/XMLSchema" xmlns:xs="http://www.w3.org/2001/XMLSchema" xmlns:p="http://schemas.microsoft.com/office/2006/metadata/properties" xmlns:ns2="b47db8d0-8c02-43f6-85ac-dc0960ce1048" xmlns:ns3="9f1fbc00-6ed0-4c61-8db1-39470182fbce" targetNamespace="http://schemas.microsoft.com/office/2006/metadata/properties" ma:root="true" ma:fieldsID="27eba8f516c0b6443380674fbed6e379" ns2:_="" ns3:_="">
    <xsd:import namespace="b47db8d0-8c02-43f6-85ac-dc0960ce1048"/>
    <xsd:import namespace="9f1fbc00-6ed0-4c61-8db1-39470182fb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db8d0-8c02-43f6-85ac-dc0960ce10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9c8a021e-ba71-41ba-b6a0-5e5c6312a2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1fbc00-6ed0-4c61-8db1-39470182fb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efa086a-9591-4f36-8c29-4040a3ad957c}" ma:internalName="TaxCatchAll" ma:showField="CatchAllData" ma:web="9f1fbc00-6ed0-4c61-8db1-39470182fb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21379D-6D21-4E90-84E3-E94B2B84C305}">
  <ds:schemaRefs>
    <ds:schemaRef ds:uri="http://schemas.microsoft.com/office/2006/metadata/properties"/>
    <ds:schemaRef ds:uri="http://schemas.microsoft.com/office/infopath/2007/PartnerControls"/>
    <ds:schemaRef ds:uri="9f1fbc00-6ed0-4c61-8db1-39470182fbce"/>
    <ds:schemaRef ds:uri="b47db8d0-8c02-43f6-85ac-dc0960ce1048"/>
  </ds:schemaRefs>
</ds:datastoreItem>
</file>

<file path=customXml/itemProps2.xml><?xml version="1.0" encoding="utf-8"?>
<ds:datastoreItem xmlns:ds="http://schemas.openxmlformats.org/officeDocument/2006/customXml" ds:itemID="{92C836C5-A728-4F1D-848A-1DD6EC0511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0D3962-441B-415B-AE35-8F4E411B20BD}"/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89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Thème Office</vt:lpstr>
      <vt:lpstr>PITCH PROJET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LETAPIN</dc:creator>
  <cp:lastModifiedBy>Emilie GUEZ</cp:lastModifiedBy>
  <cp:revision>23</cp:revision>
  <dcterms:created xsi:type="dcterms:W3CDTF">2024-12-13T08:30:25Z</dcterms:created>
  <dcterms:modified xsi:type="dcterms:W3CDTF">2025-11-18T13:03:02Z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0x010100F4E4BC058B43D843B7E04B01FA5F6BB8</vt:lpwstr>
  </property>
  <property fmtid="{D5CDD505-2E9C-101B-9397-08002B2CF9AE}" pid="3" name="MediaServiceImageTags">
    <vt:lpwstr/>
  </property>
</Properties>
</file>